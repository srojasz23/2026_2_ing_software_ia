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Aplicación de Módulos y Paquetes en Python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para Machine Learning en un Contexto Empresarial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CC"/>
                </a:solidFill>
              </a:rPr>
              <a:t>Caso: predicción de tendencias bursátiles — Bursátil Perú Data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9F"/>
                </a:solidFill>
              </a:rPr>
              <a:t>NRC_1935 · Módulos y Paquetes para Machine Learning con Python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Problema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7373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44441"/>
                </a:solidFill>
              </a:rPr>
              <a:t>Se reciben grandes volúmenes de datos de precios sin un proceso definido para limpiarlos y analizarlos a tiempo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487168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3957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44441"/>
                </a:solidFill>
              </a:rPr>
              <a:t>Los reportes y noticias financieras en texto no se aprovechan, porque no hay forma automática de extraer información de ellos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145536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540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44441"/>
                </a:solidFill>
              </a:rPr>
              <a:t>Las decisiones de inversión dependen más de la experiencia del analista que de datos concretos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Objetivos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7373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44441"/>
                </a:solidFill>
              </a:rPr>
              <a:t>Aplicar módulos y paquetes de Python para resolver un problema real de negocio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487168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3957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44441"/>
                </a:solidFill>
              </a:rPr>
              <a:t>Entrenar y evaluar un modelo de Machine Learning que prediga la tendencia del precio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145536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540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44441"/>
                </a:solidFill>
              </a:rPr>
              <a:t>Incorporar análisis de texto (NLP) sobre reportes financieros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803904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71246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44441"/>
                </a:solidFill>
              </a:rPr>
              <a:t>Documentar el proceso completo con un código reproducible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Dataset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7373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1"/>
                </a:solidFill>
              </a:rPr>
              <a:t>Serie de precios diarios y volumen de negociación de una acción (260 días hábiles)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487168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3957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1"/>
                </a:solidFill>
              </a:rPr>
              <a:t>Generada de forma simulada, ya que no se contó con el histórico real de la empresa del caso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45536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540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1"/>
                </a:solidFill>
              </a:rPr>
              <a:t>La simulación respeta un comportamiento estadístico realista: variación diaria aleatoria con una leve tendencia positiva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803904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71246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1"/>
                </a:solidFill>
              </a:rPr>
              <a:t>Reportes financieros de ejemplo, usados para el análisis de texto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Metodología usada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7373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1"/>
                </a:solidFill>
              </a:rPr>
              <a:t>Limpieza y cálculo de indicadores con Pandas y Numpy (retorno diario, promedio móvil, volatilidad)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487168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3957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1"/>
                </a:solidFill>
              </a:rPr>
              <a:t>División de datos en entrenamiento y prueba respetando el orden temporal (sin mezclar fechas)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145536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540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1"/>
                </a:solidFill>
              </a:rPr>
              <a:t>Entrenamiento de un modelo de clasificación supervisada con Scikit-learn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803904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71246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1"/>
                </a:solidFill>
              </a:rPr>
              <a:t>Análisis de texto con NLTK y prueba de correlación estadística con SciPy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462272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37083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1"/>
                </a:solidFill>
              </a:rPr>
              <a:t>Red neuronal de refuerzo con TensorFlow/Keras (paso opcional)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Modelos utilizados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F7F7F5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</a:rPr>
              <a:t>Gradient Boosting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6060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1"/>
                </a:solidFill>
              </a:rPr>
              <a:t>Modelo principal (Scikit-learn). Clasifica si el precio sube o baja al día siguiente, usando retorno, promedio móvil, volatilidad y volumen.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26480" y="182880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F7F7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</a:rPr>
              <a:t>Red neuronal densa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6060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1"/>
                </a:solidFill>
              </a:rPr>
              <a:t>Modelo de refuerzo (TensorFlow/Keras). Toma las mismas variables para reforzar la predicción con una arquitectura de capas simples.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Análisis de datos y visualizaciones</a:t>
            </a:r>
            <a:endParaRPr lang="en-US" sz="2600" dirty="0"/>
          </a:p>
        </p:txBody>
      </p:sp>
      <p:pic>
        <p:nvPicPr>
          <p:cNvPr id="3" name="Image 0" descr="/home/claude/grafico_bursatil_peru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10698480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88880"/>
                </a:solidFill>
              </a:rPr>
              <a:t>Izquierda: precio real vs. promedio móvil de 7 días. Derecha: correlación entre variables.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Resultados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7373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1"/>
                </a:solidFill>
              </a:rPr>
              <a:t>El modelo de Gradient Boosting se evaluó con precisión (accuracy) y F1-score sobre datos de prueba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487168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3957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1"/>
                </a:solidFill>
              </a:rPr>
              <a:t>Se midió la correlación entre el tono de los reportes financieros y el retorno real de la acción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45536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540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1"/>
                </a:solidFill>
              </a:rPr>
              <a:t>Los gráficos permiten comparar visualmente el comportamiento del precio y detectar relaciones entre variables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Comparación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7373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1"/>
                </a:solidFill>
              </a:rPr>
              <a:t>Scikit-learn (Gradient Boosting): rápido de entrenar, funciona bien con pocas variables y datasets no muy grandes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487168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3957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1"/>
                </a:solidFill>
              </a:rPr>
              <a:t>Red neuronal (TensorFlow/Keras): más flexible para relaciones complejas, pero necesita más datos para superar al modelo clásico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45536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540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1"/>
                </a:solidFill>
              </a:rPr>
              <a:t>Con el tamaño de datos usado en este caso, el modelo de Scikit-learn resultó más práctico como predictor principal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Conclusiones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7373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1"/>
                </a:solidFill>
              </a:rPr>
              <a:t>Es posible combinar datos numéricos y de texto en un mismo flujo de Python para apoyar decisiones financieras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487168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3957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1"/>
                </a:solidFill>
              </a:rPr>
              <a:t>La combinación de Pandas, Scikit-learn, NLTK y SciPy cubre todo el ciclo de un proyecto de Machine Learning, de principio a fin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45536"/>
            <a:ext cx="91440" cy="914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540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1"/>
                </a:solidFill>
              </a:rPr>
              <a:t>Con datos históricos reales, el modelo podría afinarse y mejorar su precisión frente a la versión simulada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0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Gracias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CC"/>
                </a:solidFill>
              </a:rPr>
              <a:t>Preguntas y observaciones son bienvenidas.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9F"/>
                </a:solidFill>
              </a:rPr>
              <a:t>Código completo: github.com/estrellacabreraleon-alt/trabajo-final-modulos-paquetes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2026-09-12T09:33:59Z</dcterms:created>
  <dcterms:modified xsi:type="dcterms:W3CDTF">2026-09-12T09:33:59Z</dcterms:modified>
</cp:coreProperties>
</file>