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595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188720"/>
            <a:ext cx="3840480" cy="384048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206240"/>
            <a:ext cx="3108960" cy="3108960"/>
          </a:xfrm>
          <a:prstGeom prst="ellipse">
            <a:avLst/>
          </a:prstGeom>
          <a:solidFill>
            <a:srgbClr val="25306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6" name="Image 0" descr="/home/claude/ia_edu/icons/ro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413" y="972693"/>
            <a:ext cx="477774" cy="47777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517904" y="1417320"/>
            <a:ext cx="548640" cy="5486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1" descr="/home/claude/ia_edu/icons/gradu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348" y="1540764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DE INVESTIGACIÓN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265176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Inteligencia Artificial en la Educación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822960" y="36118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Oportunidades, riesgos y transformación del aprendizaje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82296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822960" y="5532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Trujillo – Nikolas / Grupo 1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38912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389120" y="5532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chemeClr val="bg1"/>
                </a:solidFill>
              </a:rPr>
              <a:t>Fundamentos</a:t>
            </a:r>
            <a:r>
              <a:rPr lang="en-US" sz="1250" dirty="0">
                <a:solidFill>
                  <a:schemeClr val="bg1"/>
                </a:solidFill>
              </a:rPr>
              <a:t> y </a:t>
            </a:r>
            <a:r>
              <a:rPr lang="en-US" sz="1250" dirty="0" err="1">
                <a:solidFill>
                  <a:schemeClr val="bg1"/>
                </a:solidFill>
              </a:rPr>
              <a:t>Algoritmia</a:t>
            </a:r>
            <a:r>
              <a:rPr lang="en-US" sz="1250" dirty="0">
                <a:solidFill>
                  <a:schemeClr val="bg1"/>
                </a:solidFill>
              </a:rPr>
              <a:t> para IA</a:t>
            </a:r>
          </a:p>
        </p:txBody>
      </p:sp>
      <p:sp>
        <p:nvSpPr>
          <p:cNvPr id="16" name="Text 12"/>
          <p:cNvSpPr/>
          <p:nvPr/>
        </p:nvSpPr>
        <p:spPr>
          <a:xfrm>
            <a:off x="7955280" y="5257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955280" y="55321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25/09/2026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tecnología que ya está en el aula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6492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artificial dejó de ser una promesa lejana: chatbots, plataformas adaptativas y asistentes de escritura forman parte del día a día de millones de estudiantes y docentes. Comprender cómo transforma la enseñanza —y qué riesgos trae— es hoy una necesidad urgente para cualquier sistema educativo.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a_edu/icons/c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720" y="3340760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322783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Adopción acelerada, sin marcos claros de uso en la mayoría de instituciones.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9044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a_edu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720" y="3999128"/>
            <a:ext cx="231343" cy="23134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38862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 la enseñanza, la evaluación y la forma en que se aprende.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56285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/home/claude/ia_edu/icons/mapp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720" y="4657496"/>
            <a:ext cx="231343" cy="23134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45445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Perú, el MINEDU capacita docentes en IA de forma masiva (2025-2026).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543800" y="1508760"/>
            <a:ext cx="4023360" cy="443484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15" name="Text 10"/>
          <p:cNvSpPr/>
          <p:nvPr/>
        </p:nvSpPr>
        <p:spPr>
          <a:xfrm>
            <a:off x="7543800" y="1874520"/>
            <a:ext cx="4023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+2/3</a:t>
            </a:r>
            <a:endParaRPr lang="en-US" sz="6000" dirty="0"/>
          </a:p>
        </p:txBody>
      </p:sp>
      <p:sp>
        <p:nvSpPr>
          <p:cNvPr id="16" name="Text 11"/>
          <p:cNvSpPr/>
          <p:nvPr/>
        </p:nvSpPr>
        <p:spPr>
          <a:xfrm>
            <a:off x="7909560" y="292608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estudiantes de secundaria en países de altos ingresos ya usan IA generativa para hacer sus tareas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001000" y="4160520"/>
            <a:ext cx="310896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909560" y="4343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10% de escuelas y universidades supervisa oficialmente el uso de la IA en el aula.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909560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UNESCO, Día Internacional de la Educación 2025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¿De qué hablamos cuando hablamos de IA educativa?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28800"/>
            <a:ext cx="548640" cy="54864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6" name="Image 0" descr="/home/claude/ia_edu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260604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sistemas de aprendizaje automático y modelos generativos (ChatGPT, Gemini, Copilot, entre otros) capaces de personalizar contenidos, automatizar tareas administrativas y ofrecer retroalimentación en tiempo real a estudiantes y docentes.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57200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 IA debe complementar, y no reemplazar, las dimensiones humanas y sociales del aprendizaje."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5623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Audrey Azoulay, Directora General de la UNESCO (2025)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63640" y="157276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Antecedentes clave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263640" y="217627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Shape 10"/>
          <p:cNvSpPr/>
          <p:nvPr/>
        </p:nvSpPr>
        <p:spPr>
          <a:xfrm>
            <a:off x="6336792" y="2350008"/>
            <a:ext cx="0" cy="713232"/>
          </a:xfrm>
          <a:prstGeom prst="line">
            <a:avLst/>
          </a:prstGeom>
          <a:noFill/>
          <a:ln w="19050">
            <a:solidFill>
              <a:srgbClr val="D8DC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0" y="20391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35240" y="20208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sistemas de tutoría inteligente en universidades.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263640" y="309067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7" name="Shape 14"/>
          <p:cNvSpPr/>
          <p:nvPr/>
        </p:nvSpPr>
        <p:spPr>
          <a:xfrm>
            <a:off x="6336792" y="3264408"/>
            <a:ext cx="0" cy="713232"/>
          </a:xfrm>
          <a:prstGeom prst="line">
            <a:avLst/>
          </a:prstGeom>
          <a:noFill/>
          <a:ln w="19050">
            <a:solidFill>
              <a:srgbClr val="D8DCE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635240" y="29352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masifica el acceso a la IA generativa en las aulas.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3640" y="400507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1" name="Shape 18"/>
          <p:cNvSpPr/>
          <p:nvPr/>
        </p:nvSpPr>
        <p:spPr>
          <a:xfrm>
            <a:off x="6336792" y="4178808"/>
            <a:ext cx="0" cy="713232"/>
          </a:xfrm>
          <a:prstGeom prst="line">
            <a:avLst/>
          </a:prstGeom>
          <a:noFill/>
          <a:ln w="19050">
            <a:solidFill>
              <a:srgbClr val="D8DCE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8679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635240" y="38496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dedica el Día Internacional de la Educación a la IA.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63640" y="4919472"/>
            <a:ext cx="146304" cy="146304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47823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635240" y="4764024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MINEDU (Perú) lanza cursos obligatorios de capacitación docente en IA.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Principales aplicaciones en el aula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429768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2476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a_edu/icons/teach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786" y="225171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632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Tutoría inteligente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379476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que adaptan ritmo, nivel y contenido al progreso de cada estudiante.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691640"/>
            <a:ext cx="2542032" cy="429768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057400"/>
            <a:ext cx="777240" cy="77724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1" name="Image 1" descr="/home/claude/ia_edu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2251710"/>
            <a:ext cx="388620" cy="3886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30632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automatizada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39312" y="379476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exámenes y trabajos con retroalimentación instantánea.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691640"/>
            <a:ext cx="2542032" cy="429768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18604" y="2057400"/>
            <a:ext cx="777240" cy="77724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6" name="Image 2" descr="/home/claude/ia_edu/icons/bul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2914" y="2251710"/>
            <a:ext cx="388620" cy="3886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0632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Generación de contenido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437376" y="379476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materiales, resúmenes, ejercicios y guías de estudio.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691640"/>
            <a:ext cx="2542032" cy="4297680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1F3B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916668" y="2057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ia_edu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978" y="2251710"/>
            <a:ext cx="388620" cy="3886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06324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Asistentes virtuales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235440" y="379476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que resuelven dudas de los estudiantes fuera del horario de clase.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Avances, herramientas y adopción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5" name="Image 0" descr="/home/claude/ia_edu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17362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554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Herramientas líderes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417320" y="1920240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Google Gemini, Khanmigo y Microsoft Copilot ya se integran en plataformas educativas de todo el mundo.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98648"/>
            <a:ext cx="566928" cy="566928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9" name="Image 1" descr="/home/claude/ia_edu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143" y="3034711"/>
            <a:ext cx="294803" cy="29480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85292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docente en el Perú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417320" y="3218688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MINEDU implementa el curso virtual "Inteligencia artificial en la práctica docente" (48 horas) y convocatorias regionales para todos los niveles.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197096"/>
            <a:ext cx="566928" cy="566928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3" name="Image 2" descr="/home/claude/ia_edu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333159"/>
            <a:ext cx="294803" cy="29480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1513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Alianza público-privada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417320" y="4517136"/>
            <a:ext cx="5623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 Educación 2025 (IPAE Acción Empresarial) reunió al sector público, privado y académico para diseñar una hoja de ruta nacional de IA educativa.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543800" y="1600200"/>
            <a:ext cx="4023360" cy="434340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</p:sp>
      <p:sp>
        <p:nvSpPr>
          <p:cNvPr id="17" name="Text 12"/>
          <p:cNvSpPr/>
          <p:nvPr/>
        </p:nvSpPr>
        <p:spPr>
          <a:xfrm>
            <a:off x="7863840" y="187452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Docentes peruanos frente a la IA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863840" y="242316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89.5%</a:t>
            </a:r>
            <a:endParaRPr lang="en-US" sz="3400" dirty="0"/>
          </a:p>
        </p:txBody>
      </p:sp>
      <p:sp>
        <p:nvSpPr>
          <p:cNvPr id="19" name="Text 14"/>
          <p:cNvSpPr/>
          <p:nvPr/>
        </p:nvSpPr>
        <p:spPr>
          <a:xfrm>
            <a:off x="9464040" y="245059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docentes tiene interés en aprender a usar IA en clase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863840" y="3383280"/>
            <a:ext cx="34290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7863840" y="352044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38.5%</a:t>
            </a:r>
            <a:endParaRPr lang="en-US" sz="3400" dirty="0"/>
          </a:p>
        </p:txBody>
      </p:sp>
      <p:sp>
        <p:nvSpPr>
          <p:cNvPr id="22" name="Text 17"/>
          <p:cNvSpPr/>
          <p:nvPr/>
        </p:nvSpPr>
        <p:spPr>
          <a:xfrm>
            <a:off x="9464040" y="354787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la aplica de forma efectiva en su práctica pedagógica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863840" y="4480560"/>
            <a:ext cx="342900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863840" y="4663440"/>
            <a:ext cx="3429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entre interés y uso real evidencia que la capacitación docente sigue siendo el principal reto pendiente.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7863840" y="5715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9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Neurometrics / CADE Educación 2025 (ProActivo)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caras de la IA en el aula, en 2025-2026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9050">
            <a:solidFill>
              <a:srgbClr val="B3395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20240"/>
            <a:ext cx="594360" cy="594360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6" name="Image 0" descr="/home/claude/ia_edu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6" y="2062886"/>
            <a:ext cx="309067" cy="30906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33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científica (global)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9164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"Tu cerebro con ChatGPT"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60120" y="283464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estudio del MIT Media Lab (2025) siguió durante cuatro meses a 54 personas que escribían ensayos con y sin ChatGPT. Quienes usaron IA mostraron menor conectividad cerebral y más dificultad para recordar lo que habían "escrito", lo que los investigadores llaman "deuda cognitiva".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60120" y="4846320"/>
            <a:ext cx="4617720" cy="0"/>
          </a:xfrm>
          <a:prstGeom prst="line">
            <a:avLst/>
          </a:prstGeom>
          <a:noFill/>
          <a:ln w="12700">
            <a:solidFill>
              <a:srgbClr val="E5E8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983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abre el debate sobre cómo usar la IA sin sustituir el esfuerzo cognitivo propio del aprendizaje.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60120" y="56509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Kosmyna et al., MIT Media Lab (2025)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263640" y="1600200"/>
            <a:ext cx="52578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9050">
            <a:solidFill>
              <a:srgbClr val="00A8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83680" y="1920240"/>
            <a:ext cx="594360" cy="59436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5" name="Image 1" descr="/home/claude/ia_edu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326" y="2062886"/>
            <a:ext cx="309067" cy="30906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15200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 escolar (Perú)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7315200" y="216712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Hackathon de IA y robótica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6583680" y="2834640"/>
            <a:ext cx="4617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julio de 2026, el MINEDU premió proyectos escolares con enfoque STEAM e inteligencia artificial. El equipo "NeuroBots", de estudiantes del Callao, ganó con un robot autónomo que usa IA para clasificar y transformar plásticos, aportando a la gestión de residuos.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6583680" y="4846320"/>
            <a:ext cx="4617720" cy="0"/>
          </a:xfrm>
          <a:prstGeom prst="line">
            <a:avLst/>
          </a:prstGeom>
          <a:noFill/>
          <a:ln w="12700">
            <a:solidFill>
              <a:srgbClr val="E5E8F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83680" y="4983480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cómo la IA, bien guiada, puede convertirse en una herramienta de aprendizaje activo y creativo.</a:t>
            </a:r>
            <a:endParaRPr lang="en-US" sz="1150" dirty="0"/>
          </a:p>
        </p:txBody>
      </p:sp>
      <p:sp>
        <p:nvSpPr>
          <p:cNvPr id="21" name="Text 17"/>
          <p:cNvSpPr/>
          <p:nvPr/>
        </p:nvSpPr>
        <p:spPr>
          <a:xfrm>
            <a:off x="6583680" y="5650992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Diario El Peruano (22 de julio de 2026)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Beneficios y oportunidades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EAFBFA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2084832"/>
            <a:ext cx="731520" cy="73152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6" name="Image 0" descr="/home/claude/ia_edu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2267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 el aprendizaje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 contenidos y ritmo al nivel y estilo de cada estudiante.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EAFBFA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84832"/>
            <a:ext cx="731520" cy="73152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1" name="Image 1" descr="/home/claude/ia_edu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67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Retroalimentación inmediata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Agiliza la corrección de errores y refuerza el aprendizaje en el momento.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EAFB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141464" y="2084832"/>
            <a:ext cx="731520" cy="73152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6" name="Image 2" descr="/home/claude/ia_edu/icons/teach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2677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Libera tiempo docente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tareas repetitivas para enfocarse en acompañar y motivar.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EAFBFA"/>
          </a:solidFill>
          <a:ln/>
        </p:spPr>
      </p:sp>
      <p:sp>
        <p:nvSpPr>
          <p:cNvPr id="20" name="Shape 15"/>
          <p:cNvSpPr/>
          <p:nvPr/>
        </p:nvSpPr>
        <p:spPr>
          <a:xfrm>
            <a:off x="9939528" y="2084832"/>
            <a:ext cx="731520" cy="73152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21" name="Image 3" descr="/home/claude/ia_edu/icons/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408" y="22677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Amplía el acceso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educación de calidad a zonas con pocos recursos o docentes especializados.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 y desafíos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232B63"/>
          </a:solidFill>
          <a:ln/>
        </p:spPr>
      </p:sp>
      <p:sp>
        <p:nvSpPr>
          <p:cNvPr id="5" name="Shape 3"/>
          <p:cNvSpPr/>
          <p:nvPr/>
        </p:nvSpPr>
        <p:spPr>
          <a:xfrm>
            <a:off x="1545336" y="2084832"/>
            <a:ext cx="731520" cy="731520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6" name="Image 0" descr="/home/claude/ia_edu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8216" y="2267712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Deuda cognitiva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pasivo de la IA que debilita el pensamiento crítico y la memoria (MIT, 2025).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38144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232B63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084832"/>
            <a:ext cx="731520" cy="731520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1" name="Image 1" descr="/home/claude/ia_edu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2677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02736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supervisión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el 10% de escuelas y universidades cuenta con un marco oficial de uso de IA (UNESCO).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36208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232B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141464" y="2084832"/>
            <a:ext cx="731520" cy="731520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16" name="Image 2" descr="/home/claude/ia_edu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4344" y="226771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Brecha digital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 de acceso a IA entre zonas urbanas y rurales del Perú.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34272" y="1737360"/>
            <a:ext cx="2542032" cy="4160520"/>
          </a:xfrm>
          <a:prstGeom prst="roundRect">
            <a:avLst>
              <a:gd name="adj" fmla="val 3237"/>
            </a:avLst>
          </a:prstGeom>
          <a:solidFill>
            <a:srgbClr val="232B63"/>
          </a:solidFill>
          <a:ln/>
        </p:spPr>
      </p:sp>
      <p:sp>
        <p:nvSpPr>
          <p:cNvPr id="20" name="Shape 15"/>
          <p:cNvSpPr/>
          <p:nvPr/>
        </p:nvSpPr>
        <p:spPr>
          <a:xfrm>
            <a:off x="9939528" y="2084832"/>
            <a:ext cx="731520" cy="731520"/>
          </a:xfrm>
          <a:prstGeom prst="ellipse">
            <a:avLst/>
          </a:prstGeom>
          <a:solidFill>
            <a:srgbClr val="B33951"/>
          </a:solidFill>
          <a:ln/>
        </p:spPr>
      </p:sp>
      <p:pic>
        <p:nvPicPr>
          <p:cNvPr id="21" name="Image 3" descr="/home/claude/ia_edu/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2408" y="226771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98864" y="3017520"/>
            <a:ext cx="22128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Privacidad y sesgos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3703320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datos de estudiantes sin regulación clara y posibles sesgos algorítmicos.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SITUACIÓN Y FUTURO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dónde va la IA en la educación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a_edu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20976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permitir y regular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2286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países aún se debaten entre autorizar, regular o restringir el uso de IA en el aula (UNESCO, 2025).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1792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a_edu/icons/map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594" y="20976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49440" y="1920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masiva en el Perú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949440" y="22860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MINEDU avanza hacia la formación docente en IA y premia la innovación estudiantil.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a_edu/icons/roa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46122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reto de la interculturalidad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371600" y="4800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Aún falta que la IA "hable" lenguas originarias (quechua, aimara, shipibo) para una educación intercultural real.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217920" y="44805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a_edu/icons/balanc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9594" y="461223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4434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Marcos éticos y alfabetización digital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949440" y="480060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tendencia apunta a una IA como copiloto del docente, no como su reemplazo.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5" name="Image 0" descr="/home/claude/ia_edu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88595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37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puede enriquecer el aprendizaje solo si se usa como apoyo pedagógico, no como atajo para evitar pensar.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7432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8" name="Image 1" descr="/home/claude/ia_edu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460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697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capacitación docente y los marcos institucionales siguen siendo incipientes, también en el Perú.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00A8A8"/>
          </a:solidFill>
          <a:ln/>
        </p:spPr>
      </p:sp>
      <p:pic>
        <p:nvPicPr>
          <p:cNvPr id="11" name="Image 2" descr="/home/claude/ia_edu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80619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36576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pensamiento crítico y la mediación humana deben seguir en el centro del proceso educativo.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640080" y="466344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pic>
        <p:nvPicPr>
          <p:cNvPr id="14" name="Image 3" descr="/home/claude/ia_edu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76631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46177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verdadero reto no es prohibir ni idealizar la IA, sino integrarla con criterio ético y pedagógico.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7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 consultadas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43000" y="158191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(2025). Día Internacional de la Educación 2025: Inteligencia Artificial. Mensaje de Audrey Azoulay, Directora General, 24 de enero de 2025. unesco.org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404872"/>
            <a:ext cx="292608" cy="29260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5915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Kosmyna, N., Hauptmann, E., Yuan, Y. T., Situ, J., Liao, X., Beresnitzky, A. V., Braunstein, I. y Maes, P. (2025). Your Brain on ChatGPT: Accumulation of Cognitive Debt when Using an AI Assistant for Essay Writing Task. MIT Media Lab. arXiv:2506.08872.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18211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" y="313639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Peruano (22 de julio de 2026). Minedu premia el talento estudiantil y docente por innovar con inteligencia artificial y robótica en Hackathon. elperuano.pe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959352"/>
            <a:ext cx="292608" cy="29260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593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391363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Aquino, L. (7 de mayo de 2025). Inteligencia artificial en la educación del Perú 2025: avances, desafíos y expectativas para transformar el aprendizaje. La República. larepublica.pe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3659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365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000" y="469087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ProActivo / IPAE Acción Empresarial (2025). CADE Educación 2025: ¿Cuál es el rol de la inteligencia artificial en la formación de los peruanos del futuro? proactivo.com.pe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513832"/>
            <a:ext cx="292608" cy="292608"/>
          </a:xfrm>
          <a:prstGeom prst="ellipse">
            <a:avLst/>
          </a:prstGeom>
          <a:solidFill>
            <a:srgbClr val="00A8A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513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5468112"/>
            <a:ext cx="10424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MINEDU Perú (2025-2026). Curso "Inteligencia artificial en la práctica docente" y oficios múltiples de capacitación (DIFODS / DRELM). gob.pe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en la Educación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1342</Words>
  <Application>Microsoft Office PowerPoint</Application>
  <PresentationFormat>Panorámica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blair321 shinigami</cp:lastModifiedBy>
  <cp:revision>2</cp:revision>
  <dcterms:created xsi:type="dcterms:W3CDTF">2026-09-25T21:30:36Z</dcterms:created>
  <dcterms:modified xsi:type="dcterms:W3CDTF">2026-09-25T21:35:57Z</dcterms:modified>
</cp:coreProperties>
</file>