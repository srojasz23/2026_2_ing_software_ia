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81360" y="1737360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27432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155680" y="5120640"/>
            <a:ext cx="1188720" cy="1188720"/>
          </a:xfrm>
          <a:prstGeom prst="ellipse">
            <a:avLst/>
          </a:prstGeom>
          <a:solidFill>
            <a:srgbClr val="27327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MACHINE LEARNING · PLN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Sentimientos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Python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procesamiento de lenguaje natural y el aprendizaje automático permiten interpretar emociones y opiniones a partir de texto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  ·  11 diapositivas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técnica de Procesamiento de Lenguaje Natural (PLN) que identifica y clasifica automáticamente la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opinión, emoción o actitud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expresada en un texto: reseñas, tuits, encuestas, correos o transcripciones.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lenguaje humano —ambiguo y subjetivo— en una salida estructurada y medible: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positivo, negativo o neutral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muchas veces con un puntaje de intensidad.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177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0" y="461772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subdisciplina del Procesamiento de Lenguaje Natural, que a su vez forma parte de la inteligencia artificial aplicada al lenguaje humano.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892040" cy="4297680"/>
          </a:xfrm>
          <a:prstGeom prst="roundRect">
            <a:avLst>
              <a:gd name="adj" fmla="val 2553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entrada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2103120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1031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servicio fue excelente, ¡volveré pronto!”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62288" y="2880360"/>
            <a:ext cx="0" cy="411480"/>
          </a:xfrm>
          <a:prstGeom prst="line">
            <a:avLst/>
          </a:prstGeom>
          <a:noFill/>
          <a:ln w="19050">
            <a:solidFill>
              <a:srgbClr val="8A93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3429000"/>
            <a:ext cx="384048" cy="38404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34290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3502152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E7EA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915400" y="3502152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3AAFA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0" y="3429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041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15400" y="4114800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E7EAF5"/>
          </a:solidFill>
          <a:ln/>
        </p:spPr>
      </p:sp>
      <p:sp>
        <p:nvSpPr>
          <p:cNvPr id="24" name="Shape 22"/>
          <p:cNvSpPr/>
          <p:nvPr/>
        </p:nvSpPr>
        <p:spPr>
          <a:xfrm>
            <a:off x="8915400" y="4114800"/>
            <a:ext cx="182880" cy="23774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0" y="40416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46542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43800" y="46542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15400" y="4727448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E7EA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915400" y="472744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0" y="46542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se utiliza?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más comunes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marca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cómo perciben los usuarios un producto o campaña en redes sociales.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y enrutar tickets según el nivel de frustración o satisfacción.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5820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opiniones de productos en e-commerce a gran escala.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de mercado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reacción del público ante lanzamientos o noticias.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financieros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5303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movimientos bursátiles a partir del tono de noticias.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458200" y="4206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político y social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58200" y="5303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la opinión pública sobre políticas o eventos.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Python y Machine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texto crudo a una predicción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lenguaje dominante en ciencia de datos y PLN gracias a su ecosistema de librerías maduras. El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los modelos —desde clasificadores clásicos hasta redes neuronales— que aprenden a asociar patrones lingüísticos con una polaridad emocional, en lugar de depender de reglas fijas.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27327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crudo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Reseñas, tuits, tickets, encuestas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99816" y="4046220"/>
            <a:ext cx="246888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8803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27327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3108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4251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tokenización, embeddings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34456" y="4046220"/>
            <a:ext cx="246888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8803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27327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108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4251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SVM, LSTM, Transformers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69096" y="4046220"/>
            <a:ext cx="246888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52560" y="288036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273270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3108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1160" y="4251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/ Negativo / Neutral +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características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posible esta técnica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polaridad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Positivo, negativo o neutral, con puntajes de confianza.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emociones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alegría, enojo, tristeza, miedo o sorpresa.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basado en aspectos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opiniones sobre atributos específicos (precio, servicio).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Multilenguaje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preentrenados para decenas de idiomas, incluido español.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5303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millones de textos por hora con infraestructura en la nube.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tiempo real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5303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 flujos de datos en vivo (APIs, streaming).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librerías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Python para PLN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clásico de PLN para tokenización y léxicos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82880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industrial, rápido y listo para producción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82880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simple para polaridad y subjetividad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182880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 afinado para redes sociales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605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89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clásicos: Naive Bayes, SVM, regresión logística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6160" y="41605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4389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56616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preentrenados tipo BERT/RoBERTa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0" y="41605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389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0080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 profundas y LSTM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39776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8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5440" y="41605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4389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23544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deep learning para investigación y producción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desarrolladas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construidas sobre esta tecnología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de escucha social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que resumen la opinión sobre una marca en tiempo real a partir de redes sociales.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emocionalmente conscientes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que ajustan sus respuestas según el estado de ánimo detectado del usuario.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recomendación de reseñas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e-commerce que resaltan reseñas relevantes según su tono.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riesgo reputacional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ante picos de sentimiento negativo hacia una empresa.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éxito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medible en el mundo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en marketing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profesionales de marketing considera el social listening una herramienta esencial de planificación, según Brandwatch.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mercado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x1.9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crecerá el mercado de social listening entre 2024 y 2029: de USD 8.440 M a USD 16.190 M, según Research and Markets.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ventas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correlación 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503920" y="342900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estudio con datos de Alipay (2020-2024) mostró que el sentimiento positivo en redes sociales se asocia con mayor gasto del consumidor.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Brandwatch (encuesta global de marketers); Research and Markets, mercado de social listening; estudio académico ScienceDirect (2026) con datos de Alipay 2020-2024.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de grandes empresas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análisis de sentimiento como producto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AFA9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Comprehend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PLN en AWS con detección de sentimiento y entidades, construido sobre modelos de ML entrenados en Python.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Natural Language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que asigna un puntaje y una magnitud de sentimiento a textos en más de 100 idiomas.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AFA9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Tone Analyzer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tono emocional y de lenguaje en comunicaciones escritas para empresas.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 y minería de opiniones integrado en Azure Cognitive Services.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en organizaciones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donde ya se aplica de forma cotidiana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16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y finanzas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analizan comentarios de clientes y noticias para gestionar riesgo reputacional y de mercado.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5691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9689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Aerolíneas y turismo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596896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viaje priorizan reclamos según la urgencia emocional detectada en reseñas.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02152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621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621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5021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sector público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50215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monitorean la percepción ciudadana sobre políticas públicas.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5674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674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4074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 de comunicación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440740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Editoriales miden la reacción de la audiencia ante noticias y contenidos.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12664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4726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72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31266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y consumo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531266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ajustan campañas de marketing según el sentimiento hacia sus productos.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CON PYTHON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81360" y="1737360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27432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análisis de sentimientos convierte texto en decisiones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Machine Learning forman la base técnica más usada para esta tarea.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como Amazon, Google, IBM y Microsoft lo ofrecen como servicio en la nube.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aerolíneas, gobiernos y medios ya lo integran en sus operaciones diarias.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94360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080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2026-09-08T04:54:20Z</dcterms:created>
  <dcterms:modified xsi:type="dcterms:W3CDTF">2026-09-08T04:54:20Z</dcterms:modified>
</cp:coreProperties>
</file>