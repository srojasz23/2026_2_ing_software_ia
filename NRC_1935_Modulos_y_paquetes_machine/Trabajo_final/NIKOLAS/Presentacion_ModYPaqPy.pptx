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2A357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4114800" cy="4114800"/>
          </a:xfrm>
          <a:prstGeom prst="ellipse">
            <a:avLst/>
          </a:prstGeom>
          <a:solidFill>
            <a:srgbClr val="313E86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274320"/>
            <a:ext cx="2468880" cy="2468880"/>
          </a:xfrm>
          <a:prstGeom prst="ellipse">
            <a:avLst/>
          </a:prstGeom>
          <a:solidFill>
            <a:srgbClr val="3A48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PROYECTO FINAL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Fuga de Clientes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(Customer Churn) en Telecomunicaciones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enfoque de Machine Learning y Deep Learning para anticipar la baja de clientes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orientar estrategias de retención basadas en datos.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Telecom Churn Dataset (BigML)  ·  2,666 clientes (train) + 667 clientes (test)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negocio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fuga de clientes (churn) es uno de los problemas más costosos para una compañía de telecomunicaciones: retener a un cliente existente es sistemáticamente más económico que adquirir uno nuevo.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la baja de un cliente suele detectarse recién cuando ya ocurrió. La pregunta que guía este proyecto es: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630936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6576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¿Podemos predecir, con datos de consumo y soporte, qué clientes tienen alta probabilidad de darse de baja antes de que ocurra?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06640" y="173736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43800" y="1847088"/>
            <a:ext cx="3931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14.6%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3712464"/>
            <a:ext cx="3931920" cy="1250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clientes del dataset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dieron de baja (churn)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5212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campaña de retención bien dirigida a este segmento puede reducir pérdidas de ingresos de forma directa.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comparar modelos de Machine Learning y Deep Learning capaces de predecir la fuga de clientes a partir de variables de consumo, contrato y soporte.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2004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y entender los datos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patrones y variables asociadas al churn mediante análisis exploratorio y visualizaciones.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3246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2004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los datos correctamente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Limpiar, codificar y escalar las variables, evitando fuga de información (data leakage) hacia el test.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6177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clásico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9377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y ajustar un Random Forest con validación cruzada como referencia (baseline) interpretable.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466344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6177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de Deep Learning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9377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red neuronal densa (Keras/TensorFlow) y comparar su desempeño contra el modelo clásico.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dataset: Telecom Churn (BigML)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público de referencia académica para problemas de churn, con datos reales de clientes de una compañía de telecomunicaciones de EE. UU. Sin valores nulos ni duplicados.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44144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82112"/>
            <a:ext cx="24231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— entrenamiento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(churn-bigml-80.csv)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331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244144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182112"/>
            <a:ext cx="24231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— test independiente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(churn-bigml-20.csv)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244144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82112"/>
            <a:ext cx="24231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por cliente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0" y="2331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464040" y="244144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464040" y="3182112"/>
            <a:ext cx="24231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 o duplicados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25196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Demográficas / contrato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800600"/>
            <a:ext cx="2368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antigüedad de cuenta, código de área, plan internacional, plan de correo de voz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41148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39312" y="425196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39312" y="4800600"/>
            <a:ext cx="2368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Minutos, llamadas y cargos — franja diurna, vespertina, nocturna e internacional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65392" y="425196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con soporte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4800600"/>
            <a:ext cx="2368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llamadas al servicio al cliente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26880" y="41148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CEAE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91472" y="425196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91472" y="4800600"/>
            <a:ext cx="2368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(True / False) — si el cliente se dio de baja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ABORDÓ EL PROYECTO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22476" y="3429000"/>
            <a:ext cx="91440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23774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76656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datos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25496" y="23774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62656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62656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62656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codificación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escalado (sin data leakage)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11496" y="23774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48656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48656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 Neuronal (Keras)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97496" y="23774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34656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34656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534656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sobre test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 (holdout)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83496" y="23774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E4572E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20656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820656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20656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" y="48920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utilizó la partición oficial del proveedor: el 20% (667 clientes) se mantuvo como holdout independiente, aislado del EDA y del ajuste de hiperparámetros, para obtener una estimación honesta del desempeño real.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datos: hallazgos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43.7% vs 11.3%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churn de clientes con plan internacional vs. sin plan: el plan internacional es la señal contractual más fuerte de fuga.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8562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8.9% vs 16.7%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churn con plan de correo de voz vs. sin él: los servicios adicionales se asocian a mayor retención.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9593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vs 1.5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72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promedio al servicio al cliente: quienes se dan de baja llaman más a soporte antes de irse.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37947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39593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 vs 175 min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572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diurnos promedio: los clientes que se van consumen más minutos en el día (alto consumo, más sensibles al costo).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Visualizaciones: churn y planes contratados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673352"/>
            <a:ext cx="5431536" cy="3675888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imgs/fig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212080" cy="32186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020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 variable objetivo (Churn)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99632" y="1673352"/>
            <a:ext cx="5477256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8" name="Image 1" descr="imgs/fig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257800" cy="2148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395020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churn según plan internacional y correo de voz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0936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92240" y="4617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internacional casi cuadruplica la probabilidad de churn — una oportunidad clara para revisar tarifas o paquetes internacionales.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Visualizaciones: soporte y consumo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673352"/>
            <a:ext cx="5157216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imgs/fig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493776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230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al servicio al cliente según churn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879592" y="1673352"/>
            <a:ext cx="579729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8" name="Image 1" descr="imgs/fig_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83080"/>
            <a:ext cx="5577840" cy="16276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9320" y="34290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minutos (día / tarde / noche) por churn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989320" y="3749040"/>
            <a:ext cx="5577840" cy="1600200"/>
          </a:xfrm>
          <a:prstGeom prst="roundRect">
            <a:avLst>
              <a:gd name="adj" fmla="val 4571"/>
            </a:avLst>
          </a:prstGeom>
          <a:solidFill>
            <a:srgbClr val="F4F7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17920" y="388620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~4 llamadas de soporte, la probabilidad de fuga aumenta claramente: es una señal de alerta temprana accionable por el equipo de atención al cliente.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Correlaciones: una decisión clave de preprocesamiento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5340096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imgs/fig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120640" cy="4434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6144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correlación — variables numéricas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09360" y="1965960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0" y="183794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minutos–cargo (p. ej. Total day minutes / Total day charge) tiene correlación ≈ 1.0: el cargo es una función lineal de los minutos.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3209544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30815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multicolinealidad pura y redundante.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09360" y="3867912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83680" y="373989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eliminaron las columnas de "charge", conservando los minutos: mismo poder predictivo, menos ruido y menor dimensionalidad.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¿Hay diferencias geográficas en el churn?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673352"/>
            <a:ext cx="671169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imgs/fig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492240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8247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estados con mayor tasa de churn (mín. 20 clientes)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resultado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3317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(29.1%) y New Jersey (28.0%) encabezan la tasa de churn. Sin embargo, esta señal es más ruidosa y de menor magnitud que la del plan internacional o las llamadas a soporte, y con alta cardinalidad (51 estados) para el tamaño del dataset.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52360" y="39776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35240" y="4114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eso, en el preprocesamiento se decidió excluir "State" del modelado: aporta más ruido/dimensionalidad que señal confiable para este volumen de datos.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utilizados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Machine Learning clásico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4871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de árboles de decisión, robusto a variables en distintas escalas y a relaciones no lineales.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44728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32841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hiperparámetros con GridSearchCV + validación cruzada estratificada (5 folds).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2885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16966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para compensar el desbalance de clases (14.6% churn).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12978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50109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 importancia de variables directamente interpretable para el negocio.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9710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5852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hiperparámetros: n_estimators=200, max_depth=12, min_samples_leaf=3 (F1 CV = 0.81).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737360"/>
            <a:ext cx="5349240" cy="685800"/>
          </a:xfrm>
          <a:prstGeom prst="roundRect">
            <a:avLst>
              <a:gd name="adj" fmla="val 13333"/>
            </a:avLst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737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Densa  ·  Deep Learning (Keras/TF)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960" y="2606040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24871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MLP: capas densas (64→32→16) con ReLU, BatchNorm y Dropout para evitar sobreajuste.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447288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332841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salida sigmoid para clasificación binaria (churn / no churn).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288536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416966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balanceado + EarlyStopping monitoreando la pérdida de validación.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5129784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50109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escaladas (StandardScaler), ajustado solo con el set de entrenamiento.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5971032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5852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 Adam, entrenamiento con validation_split interno para detección temprana de sobreajuste.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Random Forest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38912" y="1673352"/>
            <a:ext cx="5705856" cy="259689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imgs/fig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0" cy="21396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9410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y curva ROC — test (667 clientes)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4526280"/>
            <a:ext cx="1005840" cy="12344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4636008"/>
            <a:ext cx="731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266944"/>
            <a:ext cx="731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682496" y="4526280"/>
            <a:ext cx="1005840" cy="12344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819656" y="4636008"/>
            <a:ext cx="731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819656" y="5266944"/>
            <a:ext cx="731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816352" y="4526280"/>
            <a:ext cx="1005840" cy="12344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953512" y="4636008"/>
            <a:ext cx="731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2953512" y="5266944"/>
            <a:ext cx="731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4526280"/>
            <a:ext cx="1005840" cy="12344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087368" y="4636008"/>
            <a:ext cx="731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087368" y="5266944"/>
            <a:ext cx="731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84064" y="4526280"/>
            <a:ext cx="1005840" cy="12344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221224" y="4636008"/>
            <a:ext cx="731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5221224" y="5266944"/>
            <a:ext cx="731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45352" y="1673352"/>
            <a:ext cx="5431536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23" name="Image 1" descr="imgs/fig_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5212080" cy="38862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355080" y="56875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variables — Random Forest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Red Neuronal (Deep Learning)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38912" y="1536192"/>
            <a:ext cx="5980176" cy="2167128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imgs/fig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760720" cy="1947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912" y="3685032"/>
            <a:ext cx="598017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7" name="Image 1" descr="imgs/fig_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5760720" cy="22494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6172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entrenamiento (arriba) y matriz de confusión / curva ROC sobre el test (abajo) — 667 clientes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80960" y="1828800"/>
            <a:ext cx="3886200" cy="777240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818120" y="1938528"/>
            <a:ext cx="3611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2295144"/>
            <a:ext cx="36118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80960" y="2743200"/>
            <a:ext cx="3886200" cy="777240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818120" y="2852928"/>
            <a:ext cx="3611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3209544"/>
            <a:ext cx="36118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(Churn)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680960" y="3657600"/>
            <a:ext cx="3886200" cy="777240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7818120" y="3767328"/>
            <a:ext cx="3611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4123944"/>
            <a:ext cx="36118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80960" y="4572000"/>
            <a:ext cx="3886200" cy="777240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7818120" y="4681728"/>
            <a:ext cx="3611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7818120" y="5038344"/>
            <a:ext cx="36118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680960" y="5486400"/>
            <a:ext cx="3886200" cy="777240"/>
          </a:xfrm>
          <a:prstGeom prst="roundRect">
            <a:avLst>
              <a:gd name="adj" fmla="val 1176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7818120" y="5596128"/>
            <a:ext cx="3611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7818120" y="5952744"/>
            <a:ext cx="36118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modelos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673352"/>
            <a:ext cx="6528816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imgs/fig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30936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73328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sobre el test independiente (667 clientes)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828800"/>
          <a:ext cx="429768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28016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Neuronal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 (Churn)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(Churn)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(Churn)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269480" y="4434840"/>
            <a:ext cx="4297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98080" y="457200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gana en precisión y F1 (menos falsas alarmas). La Red Neuronal logra mayor recall (detecta más clientes que sí se van). La elección depende del costo relativo de cada error para el negocio.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datos a la acción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357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llamadas a soporte y el plan internacional son las señales más accionables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 cuando un cliente llama ≥3 veces a soporte o tiene plan internacional permite anticipar la fuga.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37960" y="19659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35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12280" y="2103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modelos son sólidos (ROC-AUC ≈ 0.92)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no aporta una ventaja decisiva sobre Random Forest en un dataset tabular de ~2,700 filas.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357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703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recall en el sistema de alerta temprana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06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no detectar a un cliente que se va suele ser mayor que el de una retención innecesaria.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37960" y="3566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357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3703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variables de satisfacción e historial temporal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206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una foto estática; incorporar tendencias en el tiempo mejoraría la capacidad predictiva.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Churn en Telecomunicaciones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943600" cy="5943600"/>
          </a:xfrm>
          <a:prstGeom prst="ellipse">
            <a:avLst/>
          </a:prstGeom>
          <a:solidFill>
            <a:srgbClr val="2A3576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4114800" cy="4114800"/>
          </a:xfrm>
          <a:prstGeom prst="ellipse">
            <a:avLst/>
          </a:prstGeom>
          <a:solidFill>
            <a:srgbClr val="313E8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Fuga de Clientes en Telecomunicaciones  ·  Trabajo Final de Machine Learning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2026-09-11T03:35:36Z</dcterms:created>
  <dcterms:modified xsi:type="dcterms:W3CDTF">2026-09-11T03:35:36Z</dcterms:modified>
</cp:coreProperties>
</file>